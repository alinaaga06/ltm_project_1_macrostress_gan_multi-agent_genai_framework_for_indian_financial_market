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40" r:id="rId5"/>
    <p:sldId id="341" r:id="rId6"/>
    <p:sldId id="356" r:id="rId7"/>
    <p:sldId id="357" r:id="rId8"/>
    <p:sldId id="3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7B5706-2EB5-4AF6-8BDA-ED57E60FEAE4}" v="3" dt="2026-08-27T08:05:18.421"/>
  </p1510:revLst>
</p1510:revInfo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 autoAdjust="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DCBD-1FEB-0FE7-C8FB-5B6391CA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E47BF-709F-8F5D-7862-4776445F3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9AFC1-5616-1AE4-8F6A-1D359FAC9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526D4-09D6-00E5-5216-41C1C1E23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957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9B91-5099-597E-7E0D-CA2ADDCE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D4301-0BA1-EAE7-F176-2378ED28E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FD60E-34D0-99F6-86BA-EBEF28A4C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0A251-5FFA-9816-704E-568F84701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48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672A-FB87-EC30-5B30-EF59E035E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3304F-6864-7597-12ED-E245E387B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69610-7C31-54DC-3E1A-F81504F56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2CD6C-EFCB-2DE8-F2A7-677F0108F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609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508" y="629587"/>
            <a:ext cx="11617377" cy="7225261"/>
          </a:xfrm>
        </p:spPr>
        <p:txBody>
          <a:bodyPr/>
          <a:lstStyle/>
          <a:p>
            <a:pPr lvl="0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ZEROTH  REVIEW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 BY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:   ALINA   NASIR   AGA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  NAME    :  VIT  CHENNAI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 NUMBER  :  25MAS1007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577ADC5-49F6-E090-29A6-CDC7DC513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13" y="502129"/>
            <a:ext cx="11118274" cy="1515751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MacroStress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GAN: Multi-Agent GenAI Framework for Indian Financial Market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29934" y="1454046"/>
            <a:ext cx="5164553" cy="472854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       </a:t>
            </a: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perform stress testing manually by creating crisis scenarios, simulating outcomes, and calculating portfolio risk.</a:t>
            </a: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test multiple crisis events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and automation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A0560C3-C92D-8110-7B16-99A38949E75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69150" y="2059444"/>
            <a:ext cx="5733396" cy="4123147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crisis scenarios using Llama LLM.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market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stress scenarios using </a:t>
            </a:r>
            <a:r>
              <a:rPr lang="en-GB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TimeGAN</a:t>
            </a: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lang="en-GB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ES,  Expected loss, MDD.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multi-agent AI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explainable risk reports.</a:t>
            </a: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9FFA3-E5C6-7962-F8ED-4B78FC56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545DE9-0CF5-0311-A2A8-000F16EC6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52" y="801932"/>
            <a:ext cx="11363395" cy="80201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DATASET, TECHNICAL STACK, EXPECTED OUTCOMES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B0B62-950D-DC94-9535-A7A997BD53A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89454" y="1981597"/>
            <a:ext cx="5164553" cy="4278840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lang="en-US" dirty="0"/>
              <a:t>  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 :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Yahoo Finance (historical market data)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NIFTY 50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Crude Oil Prices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VIX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USD/INR</a:t>
            </a:r>
          </a:p>
          <a:p>
            <a:pPr marL="0" lvl="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 :</a:t>
            </a:r>
          </a:p>
          <a:p>
            <a:pPr marL="0" lv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| Llama 3.1 8B |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RAG |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TimeGAN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5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F00E58B-D21A-C13A-B365-45FB516432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17451" y="1932921"/>
            <a:ext cx="5733396" cy="4123147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:</a:t>
            </a:r>
          </a:p>
          <a:p>
            <a:pPr marL="0" indent="0">
              <a:buNone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system that automatically analyses financial crisis scenarios, generates realistic stress conditions, estimates portfolio risk, and provides explainable risk insights for decision-making.</a:t>
            </a: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609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DFC87-BD7E-2F70-44B1-66D2F003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F71CA2-A2BD-4B58-3AA5-E9ECACA49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7563"/>
            <a:ext cx="11363395" cy="594729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Based Smart Additive Manufacturing for Process Parameter    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Optimization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84248-C0A8-606C-8ACC-1A7A2FC9800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89454" y="1981597"/>
            <a:ext cx="5164553" cy="427884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in additive manufacturing face challenges in selecting optimal process parameters such as laser power, scan speed, layer thickness, and hatch spacing.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settings can cause defects such as porosity, cracks, lack of fusion, and poor surface quality.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trial-and-error approaches are costly, time-consuming, and lack explainability.</a:t>
            </a:r>
          </a:p>
          <a:p>
            <a:pPr marL="0" lvl="0" indent="0">
              <a:buNone/>
            </a:pPr>
            <a:endParaRPr lang="en-US" sz="6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5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D2340BF-588E-70A7-4F7C-00C2C4A953B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17451" y="1932921"/>
            <a:ext cx="5733396" cy="4123147"/>
          </a:xfrm>
        </p:spPr>
        <p:txBody>
          <a:bodyPr/>
          <a:lstStyle/>
          <a:p>
            <a:pPr marL="0" indent="0">
              <a:buNone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Manufacturing Knowledge Graph.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domain knowledge using </a:t>
            </a:r>
            <a:r>
              <a:rPr lang="en-GB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manufacturing outcomes using ML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process parameters for quality and defect reduction.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explainable recommendations using Llama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057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4F5E1-5F55-87C9-379F-2C4CEB906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C3BDF8-3082-6387-B643-ABF5BCB45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7563"/>
            <a:ext cx="11363395" cy="594729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DATASET, TECHNICAL STACK, EXPECTED OUTCOMES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24C17-D141-C1D9-6BA7-CBAA269C871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17144" y="1932921"/>
            <a:ext cx="5164553" cy="412314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:</a:t>
            </a: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Dataset ( Material, Laser Power, Scan Speed, Layer Thickness, Hatch Spacing, Porosity, Tensile Strength)</a:t>
            </a:r>
          </a:p>
          <a:p>
            <a:pPr marL="0" lv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 :</a:t>
            </a: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| Pandas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Scikit-learn | Random Forest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Neo4j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Llama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Docker</a:t>
            </a:r>
          </a:p>
          <a:p>
            <a:pPr marL="0" lvl="0" indent="0">
              <a:buNone/>
            </a:pPr>
            <a:endParaRPr lang="en-US" sz="5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84D12BF-D1F3-3358-A2DA-9CD5902EEDC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17451" y="1932921"/>
            <a:ext cx="5733396" cy="4123147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Manufacturing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1586262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C58FB1FA3D6945969FD60D836D9860" ma:contentTypeVersion="1" ma:contentTypeDescription="Create a new document." ma:contentTypeScope="" ma:versionID="9c5f60c49bd1255c47b310e05f07ef5b">
  <xsd:schema xmlns:xsd="http://www.w3.org/2001/XMLSchema" xmlns:xs="http://www.w3.org/2001/XMLSchema" xmlns:p="http://schemas.microsoft.com/office/2006/metadata/properties" xmlns:ns3="be7619a7-5868-42d2-b252-052e944c45e2" targetNamespace="http://schemas.microsoft.com/office/2006/metadata/properties" ma:root="true" ma:fieldsID="fb032403b4d053eab1e88bd1d6f8e7d4" ns3:_="">
    <xsd:import namespace="be7619a7-5868-42d2-b252-052e944c45e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7619a7-5868-42d2-b252-052e944c45e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ACCF44-01D5-4C40-9EAC-D3C3683409FE}">
  <ds:schemaRefs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purl.org/dc/terms/"/>
    <ds:schemaRef ds:uri="be7619a7-5868-42d2-b252-052e944c45e2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62F0EA7-39D5-4B92-A30B-6462775C12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7619a7-5868-42d2-b252-052e944c4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{529D95FE-6675-480E-8D67-7F0D66980BD3}TF4e23ad37-c1a6-42e6-a6ec-6518d97eca9ec3cad5d6_win32-e4fb00466b0d</Template>
  <TotalTime>192</TotalTime>
  <Words>403</Words>
  <Application>Microsoft Office PowerPoint</Application>
  <PresentationFormat>Widescreen</PresentationFormat>
  <Paragraphs>82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Century Gothic</vt:lpstr>
      <vt:lpstr>Times New Roman</vt:lpstr>
      <vt:lpstr>Wingdings 2</vt:lpstr>
      <vt:lpstr>Quotable</vt:lpstr>
      <vt:lpstr>        ZEROTH  REVIEW   DONE  BY   NAME  :   ALINA   NASIR   AGA  INSTITUTE   NAME    :  VIT  CHENNAI  REGISTRATION  NUMBER  :  25MAS1007   </vt:lpstr>
      <vt:lpstr>MacroStress - GAN: Multi-Agent GenAI Framework for Indian Financial Market </vt:lpstr>
      <vt:lpstr>DATASET, TECHNICAL STACK, EXPECTED OUTCOMES </vt:lpstr>
      <vt:lpstr> GraphRAG - Based Smart Additive Manufacturing for Process Parameter        Optimization </vt:lpstr>
      <vt:lpstr> DATASET, TECHNICAL STACK, EXPECTED OUTCOMES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NasirAga</dc:creator>
  <cp:lastModifiedBy>Alina NasirAga</cp:lastModifiedBy>
  <cp:revision>2</cp:revision>
  <dcterms:created xsi:type="dcterms:W3CDTF">2026-08-27T05:12:33Z</dcterms:created>
  <dcterms:modified xsi:type="dcterms:W3CDTF">2026-08-27T09:19:59Z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0x01010027C58FB1FA3D6945969FD60D836D9860</vt:lpwstr>
  </property>
</Properties>
</file>